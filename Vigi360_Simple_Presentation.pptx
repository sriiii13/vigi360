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731520"/>
            <a:ext cx="10972800" cy="5303520"/>
          </a:xfrm>
          <a:prstGeom prst="roundRect">
            <a:avLst/>
          </a:prstGeom>
          <a:solidFill>
            <a:srgbClr val="E1EFF9"/>
          </a:solidFill>
          <a:ln>
            <a:solidFill>
              <a:srgbClr val="14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800"/>
              </a:spcAft>
              <a:defRPr sz="4400" b="1">
                <a:solidFill>
                  <a:srgbClr val="145A91"/>
                </a:solidFill>
                <a:latin typeface="Aptos"/>
              </a:defRPr>
            </a:pPr>
            <a:r>
              <a:t>VIGI360</a:t>
            </a:r>
          </a:p>
          <a:p>
            <a:pPr algn="ctr">
              <a:spcAft>
                <a:spcPts val="1800"/>
              </a:spcAft>
              <a:defRPr sz="2500" b="1">
                <a:solidFill>
                  <a:srgbClr val="19232D"/>
                </a:solidFill>
                <a:latin typeface="Aptos"/>
              </a:defRPr>
            </a:pPr>
            <a:r>
              <a:t>AI-Powered Driver Safety &amp; Fleet Monitoring System</a:t>
            </a:r>
          </a:p>
          <a:p>
            <a:pPr algn="ctr">
              <a:spcAft>
                <a:spcPts val="1800"/>
              </a:spcAft>
              <a:defRPr sz="1700" b="0">
                <a:solidFill>
                  <a:srgbClr val="19232D"/>
                </a:solidFill>
                <a:latin typeface="Aptos"/>
              </a:defRPr>
            </a:pPr>
            <a:r>
              <a:t>Intelligent Driver Safety Platform for Automated Drowsiness Detection, Risk Assessment and Fleet Alert Management</a:t>
            </a:r>
          </a:p>
          <a:p>
            <a:pPr algn="ctr">
              <a:spcAft>
                <a:spcPts val="1800"/>
              </a:spcAft>
              <a:defRPr sz="1500" b="0">
                <a:solidFill>
                  <a:srgbClr val="268264"/>
                </a:solidFill>
                <a:latin typeface="Aptos"/>
              </a:defRPr>
            </a:pPr>
            <a:r>
              <a:t>R Sriram  •  S Abishek Arumugam  •  K Shakthimurugan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A91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• Manual monitoring cannot continuously observe every driver.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• Drowsiness indicators such as eye closure, yawning and head tilt may go unnoticed.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• Driver distraction, including mobile-phone usage, is difficult to monitor manually.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• Fleet managers need real-time alerts instead of relying only on post-trip information.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• Managing drivers, vehicles and active/resolved alerts across a fleet is challenging.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A91"/>
                </a:solidFill>
                <a:latin typeface="Aptos Display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• Driver-side application uses a laptop/webcam for real-time monitoring.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• Computer vision detects eye closure, yawning, head tilt and mobile-phone usage.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• A drowsiness score and severity level are generated for detected risks.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• Alerts are sent through the backend to the separate Manager application.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• Managers can view, monitor and resolve live safety alerts.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A91"/>
                </a:solidFill>
                <a:latin typeface="Aptos Display"/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1. Real-time driver monitoring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2. Drowsiness and eye-closure detection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3. Yawning and head-tilt detection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4. Mobile-phone distraction detection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5. Drowsiness score (0–100)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6. Severity-based live alerts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7. Driver and vehicle management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8. Alert resolution and status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A91"/>
                </a:solidFill>
                <a:latin typeface="Aptos Display"/>
              </a:defRPr>
            </a:pPr>
            <a:r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Frontend: React.js + Vite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Backend: Node.js + Express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Database: MongoDB Atlas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AI / Computer Vision: MediaPipe + computer-vision detection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API Communication: REST APIs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Development &amp; Testing: Antigravity / VS Code, browser developer tools and API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A91"/>
                </a:solidFill>
                <a:latin typeface="Aptos Display"/>
              </a:defRPr>
            </a:pPr>
            <a:r>
              <a:t>Team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232D"/>
                </a:solidFill>
                <a:latin typeface="Aptos"/>
              </a:defRPr>
            </a:pPr>
            <a:r>
              <a:t>R SRIRAM — AI/ML &amp; SYSTEM TESTING</a:t>
            </a:r>
          </a:p>
          <a:p>
            <a:pPr>
              <a:spcAft>
                <a:spcPts val="1000"/>
              </a:spcAft>
              <a:defRPr sz="1800">
                <a:solidFill>
                  <a:srgbClr val="19232D"/>
                </a:solidFill>
                <a:latin typeface="Aptos"/>
              </a:defRPr>
            </a:pPr>
            <a:r>
              <a:t>• Driver monitoring, drowsiness/detection workflow, alert behaviour and end-to-end testing.</a:t>
            </a:r>
          </a:p>
          <a:p>
            <a:pPr>
              <a:spcAft>
                <a:spcPts val="1000"/>
              </a:spcAft>
              <a:defRPr sz="1800">
                <a:solidFill>
                  <a:srgbClr val="19232D"/>
                </a:solidFill>
                <a:latin typeface="Aptos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9232D"/>
                </a:solidFill>
                <a:latin typeface="Aptos"/>
              </a:defRPr>
            </a:pPr>
            <a:r>
              <a:t>S ABISHEK ARUMUGAM — BACKEND DEVELOPMENT &amp;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19232D"/>
                </a:solidFill>
                <a:latin typeface="Aptos"/>
              </a:defRPr>
            </a:pPr>
            <a:r>
              <a:t>• Node.js/Express APIs, MongoDB Atlas, driver/vehicle data, alerts and resolution workflow.</a:t>
            </a:r>
          </a:p>
          <a:p>
            <a:pPr>
              <a:spcAft>
                <a:spcPts val="1000"/>
              </a:spcAft>
              <a:defRPr sz="1800">
                <a:solidFill>
                  <a:srgbClr val="19232D"/>
                </a:solidFill>
                <a:latin typeface="Aptos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9232D"/>
                </a:solidFill>
                <a:latin typeface="Aptos"/>
              </a:defRPr>
            </a:pPr>
            <a:r>
              <a:t>K SHAKTHIMURUGAN — FRONTEND DEVELOPMENT</a:t>
            </a:r>
          </a:p>
          <a:p>
            <a:pPr>
              <a:spcAft>
                <a:spcPts val="1000"/>
              </a:spcAft>
              <a:defRPr sz="1800">
                <a:solidFill>
                  <a:srgbClr val="19232D"/>
                </a:solidFill>
                <a:latin typeface="Aptos"/>
              </a:defRPr>
            </a:pPr>
            <a:r>
              <a:t>• React/Vite interfaces, Dashboard, Live Alerts, Driver/Vehicle management and API integration.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A91"/>
                </a:solidFill>
                <a:latin typeface="Aptos Display"/>
              </a:defRPr>
            </a:pPr>
            <a:r>
              <a:t>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• Reliable detection under different lighting and camera angles.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• Distinguishing genuine fatigue from normal eye movements.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• Detecting mobile-phone distraction reliably.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• Keeping Driver, Backend, Database and Manager data synchronized.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• Preventing resolved alerts from reappearing.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• Maintaining stable MongoDB Atlas connectivity.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• Building the system without dedicated vehicle hardware or paid APIs.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A91"/>
                </a:solidFill>
                <a:latin typeface="Aptos Display"/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• Predictive fatigue-risk analysis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• Trip history and detailed driver safety reports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• Fleet-wide safety analytics and heatmaps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• Improved notification channels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• Cloud deployment for remote fleet monitoring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• Mobile application for fleet managers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• Advanced driver-behaviour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A91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Vigi360 combines computer vision, backend services and fleet management to improve driver safety.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The system monitors driver behaviour, generates risk-based alerts and gives managers a centralized platform to respond to safety events.</a:t>
            </a: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19232D"/>
                </a:solidFill>
                <a:latin typeface="Aptos"/>
              </a:defRPr>
            </a:pPr>
            <a:r>
              <a:t>GitHub / Demo / Deployment links will be added after final project completion.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A91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291840" cy="3474720"/>
          </a:xfrm>
          <a:prstGeom prst="roundRect">
            <a:avLst/>
          </a:prstGeom>
          <a:solidFill>
            <a:srgbClr val="E1EFF9"/>
          </a:solidFill>
          <a:ln>
            <a:solidFill>
              <a:srgbClr val="14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828800"/>
            <a:ext cx="29260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45A91"/>
                </a:solidFill>
              </a:defRPr>
            </a:pPr>
            <a:r>
              <a:t>DRIVER SIDE</a:t>
            </a:r>
          </a:p>
          <a:p>
            <a:pPr algn="ctr">
              <a:spcAft>
                <a:spcPts val="1200"/>
              </a:spcAft>
              <a:defRPr sz="1800">
                <a:solidFill>
                  <a:srgbClr val="19232D"/>
                </a:solidFill>
              </a:defRPr>
            </a:pPr>
            <a:r>
              <a:t>Webcam</a:t>
            </a:r>
          </a:p>
          <a:p>
            <a:pPr algn="ctr">
              <a:spcAft>
                <a:spcPts val="1200"/>
              </a:spcAft>
              <a:defRPr sz="1800">
                <a:solidFill>
                  <a:srgbClr val="19232D"/>
                </a:solidFill>
              </a:defRPr>
            </a:pPr>
            <a:r>
              <a:t>AI Monitoring</a:t>
            </a:r>
          </a:p>
          <a:p>
            <a:pPr algn="ctr">
              <a:spcAft>
                <a:spcPts val="1200"/>
              </a:spcAft>
              <a:defRPr sz="1800">
                <a:solidFill>
                  <a:srgbClr val="19232D"/>
                </a:solidFill>
              </a:defRPr>
            </a:pPr>
            <a:r>
              <a:t>Detection Events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554480"/>
            <a:ext cx="3291840" cy="3474720"/>
          </a:xfrm>
          <a:prstGeom prst="roundRect">
            <a:avLst/>
          </a:prstGeom>
          <a:solidFill>
            <a:srgbClr val="E6F6EE"/>
          </a:solidFill>
          <a:ln>
            <a:solidFill>
              <a:srgbClr val="14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34840" y="1828800"/>
            <a:ext cx="29260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45A91"/>
                </a:solidFill>
              </a:defRPr>
            </a:pPr>
            <a:r>
              <a:t>BACKEND</a:t>
            </a:r>
          </a:p>
          <a:p>
            <a:pPr algn="ctr">
              <a:spcAft>
                <a:spcPts val="1200"/>
              </a:spcAft>
              <a:defRPr sz="1800">
                <a:solidFill>
                  <a:srgbClr val="19232D"/>
                </a:solidFill>
              </a:defRPr>
            </a:pPr>
            <a:r>
              <a:t>Node.js + Express</a:t>
            </a:r>
          </a:p>
          <a:p>
            <a:pPr algn="ctr">
              <a:spcAft>
                <a:spcPts val="1200"/>
              </a:spcAft>
              <a:defRPr sz="1800">
                <a:solidFill>
                  <a:srgbClr val="19232D"/>
                </a:solidFill>
              </a:defRPr>
            </a:pPr>
            <a:r>
              <a:t>REST APIs</a:t>
            </a:r>
          </a:p>
          <a:p>
            <a:pPr algn="ctr">
              <a:spcAft>
                <a:spcPts val="1200"/>
              </a:spcAft>
              <a:defRPr sz="1800">
                <a:solidFill>
                  <a:srgbClr val="19232D"/>
                </a:solidFill>
              </a:defRPr>
            </a:pPr>
            <a:r>
              <a:t>MongoDB Atlas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554480"/>
            <a:ext cx="3291840" cy="3474720"/>
          </a:xfrm>
          <a:prstGeom prst="roundRect">
            <a:avLst/>
          </a:prstGeom>
          <a:solidFill>
            <a:srgbClr val="FCEBEF"/>
          </a:solidFill>
          <a:ln>
            <a:solidFill>
              <a:srgbClr val="14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9" y="1828800"/>
            <a:ext cx="29260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45A91"/>
                </a:solidFill>
              </a:defRPr>
            </a:pPr>
            <a:r>
              <a:t>MANAGER SIDE</a:t>
            </a:r>
          </a:p>
          <a:p>
            <a:pPr algn="ctr">
              <a:spcAft>
                <a:spcPts val="1200"/>
              </a:spcAft>
              <a:defRPr sz="1800">
                <a:solidFill>
                  <a:srgbClr val="19232D"/>
                </a:solidFill>
              </a:defRPr>
            </a:pPr>
            <a:r>
              <a:t>React + Vite</a:t>
            </a:r>
          </a:p>
          <a:p>
            <a:pPr algn="ctr">
              <a:spcAft>
                <a:spcPts val="1200"/>
              </a:spcAft>
              <a:defRPr sz="1800">
                <a:solidFill>
                  <a:srgbClr val="19232D"/>
                </a:solidFill>
              </a:defRPr>
            </a:pPr>
            <a:r>
              <a:t>Dashboard</a:t>
            </a:r>
          </a:p>
          <a:p>
            <a:pPr algn="ctr">
              <a:spcAft>
                <a:spcPts val="1200"/>
              </a:spcAft>
              <a:defRPr sz="1800">
                <a:solidFill>
                  <a:srgbClr val="19232D"/>
                </a:solidFill>
              </a:defRPr>
            </a:pPr>
            <a:r>
              <a:t>Live Alerts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86200" y="2926080"/>
            <a:ext cx="548640" cy="548640"/>
          </a:xfrm>
          <a:prstGeom prst="rightArrow">
            <a:avLst/>
          </a:prstGeom>
          <a:solidFill>
            <a:srgbClr val="145A91"/>
          </a:solidFill>
          <a:ln>
            <a:solidFill>
              <a:srgbClr val="14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7498079" y="2926080"/>
            <a:ext cx="548640" cy="548640"/>
          </a:xfrm>
          <a:prstGeom prst="rightArrow">
            <a:avLst/>
          </a:prstGeom>
          <a:solidFill>
            <a:srgbClr val="145A91"/>
          </a:solidFill>
          <a:ln>
            <a:solidFill>
              <a:srgbClr val="14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